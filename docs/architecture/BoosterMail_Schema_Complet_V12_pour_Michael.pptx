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E7E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BoosterMail V12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000" b="0" i="0">
                <a:solidFill>
                  <a:srgbClr val="E7E8D1"/>
                </a:solidFill>
                <a:latin typeface="Calibri"/>
              </a:rPr>
              <a:t>Schema complet &amp; guide de reprise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0" i="1">
                <a:solidFill>
                  <a:srgbClr val="F5F5EC"/>
                </a:solidFill>
                <a:latin typeface="Calibri"/>
              </a:rPr>
              <a:t>Cuisine N1-N11 + V12 SALLE Phase A/B/C - pour Michael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49039"/>
            <a:ext cx="11091672" cy="1554480"/>
          </a:xfrm>
          <a:prstGeom prst="roundRect">
            <a:avLst>
              <a:gd name="adj" fmla="val 10000"/>
            </a:avLst>
          </a:prstGeom>
          <a:solidFill>
            <a:srgbClr val="F5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886200"/>
            <a:ext cx="105156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B85042"/>
                </a:solidFill>
                <a:latin typeface="Calibri"/>
              </a:rPr>
              <a:t>Metaphore directrice : restaurant 3 etoiles Michelin x rapidite fast food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43400"/>
            <a:ext cx="1051560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36454F"/>
                </a:solidFill>
                <a:latin typeface="Calibri"/>
              </a:rPr>
              <a:t>La CUISINE pre-cuit les plats en arriere-plan (commis Haiku unifie + chef Sonnet).</a:t>
            </a:r>
          </a:p>
          <a:p>
            <a:pPr algn="l"/>
            <a:r>
              <a:rPr sz="1300" b="0" i="0">
                <a:solidFill>
                  <a:srgbClr val="36454F"/>
                </a:solidFill>
                <a:latin typeface="Calibri"/>
              </a:rPr>
              <a:t>La SALLE livre instantanement quand l'user clique : reponse, classement, resume.</a:t>
            </a:r>
          </a:p>
          <a:p>
            <a:pPr algn="l"/>
            <a:r>
              <a:rPr sz="1300" b="0" i="0">
                <a:solidFill>
                  <a:srgbClr val="36454F"/>
                </a:solidFill>
                <a:latin typeface="Calibri"/>
              </a:rPr>
              <a:t>Ce qui sort de cuisine est garanti -&gt; la salle ne controle plus, elle livre.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Branche feat/yvan/frontend  |  281 tests CUISINE (233 unit + 48 integration) + 45 tests SALLE = 326 verts  |  33 commits refonte CUISINE + 9 commits SALLE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  <a:latin typeface="Calibri"/>
              </a:rPr>
              <a:t>Sources : docs/architecture/V12_CUISINE.md (2261 lignes), V12_SALLE.md (428 lignes), audit/INVARIANTS.md (1299 lignes)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Calibri"/>
              </a:rPr>
              <a:t>Genere le 2026-05-19  |  Document de reprise developpeur - ne remplace pas la lecture des sources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Schema maitre - du webhook au clic user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Tout le pipeline en une vue : Niveau 0 (reception) -&gt; Niveau 5 (livraison salle)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V12 - 2/25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2926080" cy="36576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Webhook Microsoft 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72768"/>
            <a:ext cx="29260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onsolas"/>
              </a:rPr>
              <a:t>/api/webhooks/graph -&gt; _ingest_new_mail()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37560" y="1371600"/>
            <a:ext cx="365760" cy="0"/>
          </a:xfrm>
          <a:prstGeom prst="line">
            <a:avLst/>
          </a:prstGeom>
          <a:ln w="19050">
            <a:solidFill>
              <a:srgbClr val="36454F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749039" y="1188720"/>
            <a:ext cx="2926080" cy="365760"/>
          </a:xfrm>
          <a:prstGeom prst="roundRect">
            <a:avLst>
              <a:gd name="adj" fmla="val 20000"/>
            </a:avLst>
          </a:prstGeom>
          <a:solidFill>
            <a:srgbClr val="36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Stockage brut + canon IMID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572768"/>
            <a:ext cx="29260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onsolas"/>
              </a:rPr>
              <a:t>email_cache + _canonicalize_message_id (N1/N2)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720840" y="1371600"/>
            <a:ext cx="365760" cy="0"/>
          </a:xfrm>
          <a:prstGeom prst="line">
            <a:avLst/>
          </a:prstGeom>
          <a:ln w="19050">
            <a:solidFill>
              <a:srgbClr val="36454F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132320" y="1188720"/>
            <a:ext cx="2926080" cy="365760"/>
          </a:xfrm>
          <a:prstGeom prst="roundRect">
            <a:avLst>
              <a:gd name="adj" fmla="val 20000"/>
            </a:avLst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Squelette contact (hook)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572768"/>
            <a:ext cx="29260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onsolas"/>
              </a:rPr>
              <a:t>save_to_thread -&gt; create_contact_skeleton (N10)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9904" y="1920240"/>
            <a:ext cx="0" cy="365760"/>
          </a:xfrm>
          <a:prstGeom prst="line">
            <a:avLst/>
          </a:prstGeom>
          <a:ln w="19050">
            <a:solidFill>
              <a:srgbClr val="36454F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7680" y="2331720"/>
            <a:ext cx="3566160" cy="45720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DISPATCHER UNIQUE  _classify_mail_branch(mail_data)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807208"/>
            <a:ext cx="35661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onsolas"/>
              </a:rPr>
              <a:t>app_plugin.py:7339   (refonte N11)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03120" y="2834640"/>
            <a:ext cx="0" cy="502920"/>
          </a:xfrm>
          <a:prstGeom prst="line">
            <a:avLst/>
          </a:prstGeom>
          <a:ln w="19050">
            <a:solidFill>
              <a:srgbClr val="36454F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57200" y="3383280"/>
            <a:ext cx="3291840" cy="457200"/>
          </a:xfrm>
          <a:prstGeom prst="roundRect">
            <a:avLst>
              <a:gd name="adj" fmla="val 20000"/>
            </a:avLst>
          </a:prstGeom>
          <a:solidFill>
            <a:srgbClr val="C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ECARTE  (Filtre 1 = OUI)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886200"/>
            <a:ext cx="3291840" cy="21031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0 frigo BG pre-cuit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Cout reception : 0 $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Si user clique 'Repondre' :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-&gt; cuisson a la commande (Sonnet streaming 5-8s)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Regles d'ecart (N4) :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automatique (no-reply, mailer-daemon)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&gt;30 jours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user en CC seulement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body &lt;10 chars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deja repondu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9904" y="2834640"/>
            <a:ext cx="0" cy="502920"/>
          </a:xfrm>
          <a:prstGeom prst="line">
            <a:avLst/>
          </a:prstGeom>
          <a:ln w="19050">
            <a:solidFill>
              <a:srgbClr val="36454F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434840" y="3383280"/>
            <a:ext cx="3291840" cy="457200"/>
          </a:xfrm>
          <a:prstGeom prst="roundRect">
            <a:avLst>
              <a:gd name="adj" fmla="val 20000"/>
            </a:avLst>
          </a:prstGeom>
          <a:solidFill>
            <a:srgbClr val="D48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PARTIEL  (F1=NON, F2=NON)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886200"/>
            <a:ext cx="3291840" cy="21031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3 frigos BG pleins (Haiku unifie) :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Resume (mail_summaries)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Classement Mail (mail_classement_cache)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Classement PJ (mail_pj_classement_cache)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Cout reception : ~0.002 $/mail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Pas de body Sonnet pre-cuit.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Repondre -&gt; streaming Sonnet a la commande.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012680" y="2834640"/>
            <a:ext cx="0" cy="502920"/>
          </a:xfrm>
          <a:prstGeom prst="line">
            <a:avLst/>
          </a:prstGeom>
          <a:ln w="19050">
            <a:solidFill>
              <a:srgbClr val="36454F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412480" y="3383280"/>
            <a:ext cx="3291840" cy="457200"/>
          </a:xfrm>
          <a:prstGeom prst="roundRect">
            <a:avLst>
              <a:gd name="adj" fmla="val 20000"/>
            </a:avLst>
          </a:prstGeom>
          <a:solidFill>
            <a:srgbClr val="6B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VIP  (F1=NON, F2=OUI)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886200"/>
            <a:ext cx="3291840" cy="21031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5 frigos BG pleins :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Body Sonnet (reponse + blocs A/B/C)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Resume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Classement Mail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Classement PJ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Echeance  (DB-driven Phase 2.2)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Cout reception : ~0.007 $/mail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Repondre -&gt; cache HIT instant (300 ms).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943600"/>
            <a:ext cx="11521440" cy="640080"/>
          </a:xfrm>
          <a:prstGeom prst="rect">
            <a:avLst/>
          </a:prstGeom>
          <a:solidFill>
            <a:srgbClr val="E7E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98932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B85042"/>
                </a:solidFill>
                <a:latin typeface="Calibri"/>
              </a:rPr>
              <a:t>Cote SALLE - 3 commandes user 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6364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[Repondre]  _generate_reply_streaming (Phase C)    [Classer rapide]  _classify_to_folder (Phase A)    [Voir resume+echeance]  api_mail_preview (Phase B)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Le pacte fondateur + 8 anti-patterns codifies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Ce que Michael DOIT preserver. Source : V12_CUISINE.md sections 1 et 2.2.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V12 - 3/25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11521440" cy="1280160"/>
          </a:xfrm>
          <a:prstGeom prst="roundRect">
            <a:avLst>
              <a:gd name="adj" fmla="val 5000"/>
            </a:avLst>
          </a:prstGeom>
          <a:solidFill>
            <a:srgbClr val="E7E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1556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B85042"/>
                </a:solidFill>
                <a:latin typeface="Calibri"/>
              </a:rPr>
              <a:t>Pacte fondateur (cite par Yvan a chaque niveau)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11556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1">
                <a:solidFill>
                  <a:srgbClr val="36454F"/>
                </a:solidFill>
                <a:latin typeface="Calibri"/>
              </a:rPr>
              <a:t>"Supprimer les patches sur patch sur patch pour avoir un code parfaitement propre, robuste, pertinent, efficace</a:t>
            </a:r>
          </a:p>
          <a:p>
            <a:pPr algn="l"/>
            <a:r>
              <a:rPr sz="1200" b="0" i="1">
                <a:solidFill>
                  <a:srgbClr val="36454F"/>
                </a:solidFill>
                <a:latin typeface="Calibri"/>
              </a:rPr>
              <a:t> et rapide qui se substitue aux patches."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  <a:latin typeface="Calibri"/>
              </a:rPr>
              <a:t>Reformulation V12 SALLE : "Cuisine 3 etoiles Michelin + service fast-food. Ce qui sort de cuisine ne peut pas avoir d'erreur."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4320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B85042"/>
                </a:solidFill>
                <a:latin typeface="Calibri"/>
              </a:rPr>
              <a:t>8 anti-patterns interdits (catalogues N1-N11)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63240"/>
          <a:ext cx="115214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108960"/>
                <a:gridCol w="3931920"/>
                <a:gridCol w="4023360"/>
              </a:tblGrid>
              <a:tr h="3911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Anti-pattern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Origine detectee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Correctif standard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</a:tr>
              <a:tr h="3911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Metriques mensongeres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N6.3 "-140 lignes" mais reel +20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git diff --numstat AVANT le message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911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Code mort en wrapper retro-compat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N7 _purge_message_caches (0 caller)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Suppression franche, pas de coquille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911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Tests tautologiques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N7 expected reconstruit depuis constantes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Fixtures + chaine reelle, OU etiqueter "regression statique"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911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Patches residuels echappes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N6.3 - 11 patches d'echeances inchanges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Audit retrospectif systematique (-bis)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911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Defense de code mort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N6.3 _db.echeance_exists 0 caller defendu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Toute fct nouvelle doit avoir &gt;=1 caller PROD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911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Anti-patterns demolisseur reintroduits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N8 plan v1 ignorait refonte N6.1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Demolisseur lit TOUT le code concerne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911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Docstrings stales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N8 - 5 refs a fonctions supprimees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Grep _nom_supprime post-impl, MAJ ou justifier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911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Race conditions documentees sans fix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N8 momentum snapshot mauvais thread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Soit on garantit, soit on retire la promesse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Filtre 1 - "ecarter ?"  (refonte N4, commit 66d734c)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5 regles atomiques. Le mail est ecarte si AU MOINS UNE retourne True. Fail-open par contrat.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V12 - 4/25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11521440" cy="64008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Dispatcher : _is_discarded(mail_data) -&gt; (bool, raison)   |   app_plugin.py:7229   |   tests: test_n4_filtre_1.py (79/79 verts)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Constantes : _FILTER_1_MAX_AGE_DAYS = 30   |   _FILTER_1_MIN_BODY_LEN = 10   |   _AUTO_EMAIL_PATTERNS (liste unique post-N1)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103120"/>
          <a:ext cx="115214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194560"/>
                <a:gridCol w="4754880"/>
                <a:gridCol w="2103120"/>
                <a:gridCol w="210312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Regle (helper)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Critere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Fichier:ligne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_filter_1_is_automated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Expediteur match _AUTO_EMAIL_PATTERNS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(no-reply, newsletter, postmaster, mailer-daemon, donotreply, nepasrepondre)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app_plugin.py ~7136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test_filter_1_automated_*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_filter_1_is_too_old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received_at &lt; now - 30 jours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(_FILTER_1_MAX_AGE_DAYS)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app_plugin.py ~7152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test_filter_1_too_old_*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_filter_1_user_in_cc_only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user_email present uniquement dans CC, absent de TO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(decision Yvan N4 : ecarte au lieu de PARTIEL)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app_plugin.py ~7168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test_filter_1_user_cc_*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_filter_1_is_body_too_short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len(body.strip()) &lt; 10 AND pas de '?' dans le sujet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app_plugin.py ~7184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test_filter_1_body_short_*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_filter_1_is_already_replied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_db.is_treated(mid) == True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(mail deja traite par l'user)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app_plugin.py ~7200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test_filter_1_replied_*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5532120"/>
            <a:ext cx="11521440" cy="1005840"/>
          </a:xfrm>
          <a:prstGeom prst="rect">
            <a:avLst/>
          </a:prstGeom>
          <a:solidFill>
            <a:srgbClr val="F5F5EC"/>
          </a:solidFill>
          <a:ln w="9525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57784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B85042"/>
                </a:solidFill>
                <a:latin typeface="Calibri"/>
              </a:rPr>
              <a:t>INVARIANT  I-FILTRE-01 : Filtre 1 = OR strict de 5 regles atomiques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70448"/>
            <a:ext cx="111556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- Chaque regle est dans try/except (fail-open : en cas d'exception, retourne False - le mail passe).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- Ordre : automated -&gt; too_old -&gt; user_in_cc -&gt; body_short -&gt; already_replied (court-circuit OR a la 1ere True).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- Decision Yvan N4 Q1 : regle '5 ouvertures' SUPPRIMEE (workaround Outlook obsolete).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Filtre 2 - "VIP vs PARTIEL ?"  (refonte N5, commits 5d18501 + 3535391 "remise propre")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Decision binaire base sur contact_profiles. Fail-open total via _safe_int.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V12 - 5/25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11521440" cy="64008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Helper : _filter_2_is_vip(email) -&gt; (bool, raison)   |   app_plugin.py:7026   |   tests: test_n5_filtre_2.py (28/28 verts)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Source DB : contact_profiles (Database.get_contact_profile, lookup via _normalize_email)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03120"/>
            <a:ext cx="566928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6B8E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103120"/>
            <a:ext cx="5669280" cy="457200"/>
          </a:xfrm>
          <a:prstGeom prst="rect">
            <a:avLst/>
          </a:prstGeom>
          <a:solidFill>
            <a:srgbClr val="6B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48840"/>
            <a:ext cx="5303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VIP  -  fiche bien remplie  -&gt;  pre-cuisson 5 frigos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97480"/>
            <a:ext cx="5303520" cy="18288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Critere (decision Yvan N5 Q1) :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  sample_count &gt;= 1  OR  manually_edited = 1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Effets :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- chef Sonnet pre-cuit le body de la reponse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- commis Haiku unifie -&gt; resume + classement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  mail + classement PJ + (scan echeance DB-driven)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26280"/>
            <a:ext cx="530352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Calibri"/>
              </a:rPr>
              <a:t>Cas qui retournent VIP=True :</a:t>
            </a:r>
          </a:p>
          <a:p>
            <a:pPr algn="l"/>
            <a:r>
              <a:rPr sz="1000" b="0" i="1">
                <a:solidFill>
                  <a:srgbClr val="9CA3AF"/>
                </a:solidFill>
                <a:latin typeface="Calibri"/>
              </a:rPr>
              <a:t>  - profil enrichi automatiquement (&gt;=1 echange traite)</a:t>
            </a:r>
          </a:p>
          <a:p>
            <a:pPr algn="l"/>
            <a:r>
              <a:rPr sz="1000" b="0" i="1">
                <a:solidFill>
                  <a:srgbClr val="9CA3AF"/>
                </a:solidFill>
                <a:latin typeface="Calibri"/>
              </a:rPr>
              <a:t>  - profil cree manuellement (manually_edited=1 -&gt; lock)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103120"/>
            <a:ext cx="566928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48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103120"/>
            <a:ext cx="5669280" cy="457200"/>
          </a:xfrm>
          <a:prstGeom prst="rect">
            <a:avLst/>
          </a:prstGeom>
          <a:solidFill>
            <a:srgbClr val="D48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148840"/>
            <a:ext cx="5303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PARTIEL  -  fiche en squelette OU pas de fiche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97480"/>
            <a:ext cx="5303520" cy="2743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Critere :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  sample_count = 0  AND  manually_edited != 1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5 raisons retournees (fail-open) :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- email_invalide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- db_fail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- pas_de_fiche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- profile_corrupt   (isinstance dict check)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- fiche_vide        (sample_count=0)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Effets : 3 frigos pre-cuits (Haiku unifie), pas de Sonnet.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715000"/>
            <a:ext cx="11521440" cy="868680"/>
          </a:xfrm>
          <a:prstGeom prst="rect">
            <a:avLst/>
          </a:prstGeom>
          <a:solidFill>
            <a:srgbClr val="F5F5EC"/>
          </a:solidFill>
          <a:ln w="9525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76072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B85042"/>
                </a:solidFill>
                <a:latin typeface="Calibri"/>
              </a:rPr>
              <a:t>INVARIANTS  I-FILTRE-2-01  +  I-BRANCHES-N11-02 "Pas de reveil PARTIAL -&gt; VIP"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053328"/>
            <a:ext cx="1115568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- Fail-open total via _safe_int(value, default) -&gt; catch ValueError/TypeError. isinstance(profile, dict) AVANT toute lecture.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- _extract_emails_from_field gere RFC 5322. PARTIAL ne se reveille jamais en VIP au prochain passage (N11 renforce par construction).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Dispatcher unique 3 branches  _classify_mail_branch  (refonte N11, commit 9853345 + 09aff3a)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1 seul aiguillage applique partout. Aucun bypass autorise (test regression statique enforce).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V12 - 6/25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521440" cy="169164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11521440" cy="169164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# app_plugin.py:7339  (refonte N11 14/05/2026)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def _classify_mail_branch(mail_data: dict) -&gt; dict: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    """Aiguillage unique 3 branches. Fail-open par composition."""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    if _is_discarded(mail_data)[0]:           # Filtre 1 (N4)  -&gt;  ecarte ?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        return {'branch': 'discarded', 'reason': _is_discarded(mail_data)[1]}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    if _filter_2_is_vip(mail_data['from_email'])[0]:  # Filtre 2 (N5)  -&gt;  VIP ?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        return {'branch': 'vip', 'reason': 'fiche_enrichie_ou_manuelle'}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    return {'branch': 'partial', 'reason': 'fiche_vide_ou_absente'}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0175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C04B4B"/>
                </a:solidFill>
                <a:latin typeface="Calibri"/>
              </a:rPr>
              <a:t>Avant N11 : 8 call sites disperses (5 directs + 3 wrappers)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91840"/>
            <a:ext cx="5486400" cy="23774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  - _should_speculate (wrapper)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  - _run_prefetch (3 calculs successifs ligne 6237/6250/6289)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  - _continuous_speculation_loop:1687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  - speculation preemptive:7730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  - /api/instant_reply:11487 + 11517 (double exec)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  - _prewarm_mail_preview:4367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  - summarize_mails_to_db:6140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  - /api/diagnostic_branch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3017520"/>
            <a:ext cx="57607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6B8E7E"/>
                </a:solidFill>
                <a:latin typeface="Calibri"/>
              </a:rPr>
              <a:t>Apres N11 + N11-bis : 1 call site = le dispatcher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291840"/>
            <a:ext cx="5760720" cy="23774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  - _should_speculate -&gt; SUPPRIME (wrapper)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  - _run_prefetch -&gt; 1 calcul propage en _branch_info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  - 8 sites migres vers _classify_mail_branch(...)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  - branche lue via dict['branch'] in {discarded, partial, vip}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Test enforce : tests/test_n11_branches.py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  - test_regression_no_bypass_dispatcher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    grep _is_discarded( + _filter_2_is_vip( -&gt; &lt;=2 occurrences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    (def + 1 dans dispatcher)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5760720"/>
            <a:ext cx="11521440" cy="777240"/>
          </a:xfrm>
          <a:prstGeom prst="rect">
            <a:avLst/>
          </a:prstGeom>
          <a:solidFill>
            <a:srgbClr val="F5F5EC"/>
          </a:solidFill>
          <a:ln w="9525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80644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B85042"/>
                </a:solidFill>
                <a:latin typeface="Calibri"/>
              </a:rPr>
              <a:t>INVARIANT  I-BRANCHES-N11-01 : aucun bypass _is_discarded ou _filter_2_is_vip hors _classify_mail_branch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080760"/>
            <a:ext cx="11155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Si tu dois aiguiller un mail (BG ou route API), tu DOIS appeler _classify_mail_branch(mail_data). Le test de regression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statique fait echouer la suite si un nouveau bypass apparait. PLus de _should_speculate (anti-pattern 2 wrapper retro-compat).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Detection pieces jointes + extraction texte PJ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Filtrage inline (signature) vs PJ reelles. Source : V12 SALLE Phase B.2 (root cause no_pj).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V12 - 7/25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6692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669280" cy="411480"/>
          </a:xfrm>
          <a:prstGeom prst="rect">
            <a:avLst/>
          </a:prstGeom>
          <a:solidFill>
            <a:srgbClr val="3B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16152"/>
            <a:ext cx="5303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1. Detection PJ reelles vs inline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303520" cy="1920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Source Graph : champ attachments (array).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Filtre Javascript cote frontend (dialog.js) :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attachments.some(a =&gt; !a.isInline)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Pourquoi : Graph renvoie aussi les images inline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(signature mail, logos) comme attachments. Sans le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filtre isInline=False, le bouton Smart paperclip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s'allume pour des images de signature -&gt; faux positif.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Pre-requis : la methode Graph doit avoir $expand=attachments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dans l'URL (cf I-GRAPH-EXPAND-ATTACHMENTS, Phase B.2).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6692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669280" cy="411480"/>
          </a:xfrm>
          <a:prstGeom prst="rect">
            <a:avLst/>
          </a:prstGeom>
          <a:solidFill>
            <a:srgbClr val="3B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16152"/>
            <a:ext cx="5303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2. Extraction texte PJ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91640"/>
            <a:ext cx="5303520" cy="1920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Helper : _get_pj_text_for_unified_analyze(mail_data)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Concatene :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attachment.contentBytes (decode si PDF / docx)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filename (toujours)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nom dossier d'origine si present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Limite : MAX_PJ_TEXT_CHARS (configurable) - protege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le commis Haiku contre l'inflation de tokens.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Le texte PJ est injecte dans le prompt commis comme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section &lt;ATTACHMENT_TEXT&gt;. Permet au commis Haiku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de suggerer un classement PJ pertinent (event F).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94760"/>
            <a:ext cx="11521440" cy="2651760"/>
          </a:xfrm>
          <a:prstGeom prst="rect">
            <a:avLst/>
          </a:prstGeom>
          <a:solidFill>
            <a:srgbClr val="F5F5EC"/>
          </a:solidFill>
          <a:ln w="9525">
            <a:solidFill>
              <a:srgbClr val="C78C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840480"/>
            <a:ext cx="111556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C78C06"/>
                </a:solidFill>
                <a:latin typeface="Calibri"/>
              </a:rPr>
              <a:t>Bug historique "no_pj" - root cause corrigee en V12 SALLE Phase B.2 (commit eb80ee8)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06240"/>
            <a:ext cx="11155680" cy="21945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Symptome (depuis 02/05) : mails warmup au boot ingerent avec has_attachments=True mais attachments=[]. La cuisine en aval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voit attachment_names=[] -&gt; suggestions PJ pauvres -&gt; fiche stockee en 'no_pj' ou 'unified_none_*'. Patch 27 lignes ajoute en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aval pour invalider le cache et retrigger BG, mais la cuisine retournait avec le MEME mail_data buggue -&gt; spinner 24s puis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no_pj a nouveau. Patch structurellement CASSE.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Root cause : outlook_graph.get_received_emails() (warmup 200 mails au boot) n'incluait pas $expand=attachments dans l'URL.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Les autres flux (get_email_by_id, get_email_by_internet_id) avaient deja le $expand. Le webhook gerait bien en temps reel,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mais le warmup ingerait des mails amputes.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Fix : 1 ligne ajoutee dans outlook_graph.py:686+   '&amp;$expand=attachments'.   Patch aval de 27 lignes supprime.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Net : -26 lignes prod. INVARIANT I-GRAPH-EXPAND-ATTACHMENTS codifie la regle pour les futures methodes Graph qui peuplent email_cache.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Commis Haiku unifie  N6.1  (commit be6a526)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1 seul appel Haiku = 5 events (P/A/E/F/J). Gain ~$0.003/mail x3.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V12 - 8/25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521440" cy="9144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Orchestrateur : _prewarm_unified_for_mail(mid, mail_data)   |   app_plugin.py:4024 (post-V12 SALLE B.1 lock)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API client : claude_ai.analyze_one_mail_stream(mail, contact_profile, mail_types, scan_echeance=False, signal_without_date=False)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Persistance : _persist_commis_results(...)   |   app_plugin.py:3501   |   tests : test_n6_1_commis_haiku.py (24/24)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3172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B85042"/>
                </a:solidFill>
                <a:latin typeface="Calibri"/>
              </a:rPr>
              <a:t>Le commis yielde 5 types d'events depuis un seul prompt 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697480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   Points principaux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00400"/>
            <a:ext cx="219456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9CA3AF"/>
                </a:solidFill>
                <a:latin typeface="Consolas"/>
              </a:rPr>
              <a:t>mail_summaries.points (JSON list)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88336" y="2697480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D48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   Actions attendues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8336" y="3200400"/>
            <a:ext cx="219456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9CA3AF"/>
                </a:solidFill>
                <a:latin typeface="Consolas"/>
              </a:rPr>
              <a:t>mail_summaries.actions (JSON list)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10912" y="2697480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6B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   Folder mail suggere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0912" y="3200400"/>
            <a:ext cx="219456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9CA3AF"/>
                </a:solidFill>
                <a:latin typeface="Consolas"/>
              </a:rPr>
              <a:t>mail_classement_cache (top 3)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33488" y="2697480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J   Folder PJ suggere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3488" y="3200400"/>
            <a:ext cx="219456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9CA3AF"/>
                </a:solidFill>
                <a:latin typeface="Consolas"/>
              </a:rPr>
              <a:t>mail_pj_classement_cache (top 3)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56064" y="2697480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3B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   Echeance detectee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4" y="3200400"/>
            <a:ext cx="219456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9CA3AF"/>
                </a:solidFill>
                <a:latin typeface="Consolas"/>
              </a:rPr>
              <a:t>mail_echeance_cache (Cas A/B/C ou null)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88620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B85042"/>
                </a:solidFill>
                <a:latin typeface="Calibri"/>
              </a:rPr>
              <a:t>Pipeline _prewarm_unified_for_mail en 9 etapes (cf V12_CUISINE.md sec 4.6)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160520"/>
            <a:ext cx="11521440" cy="18288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160520"/>
            <a:ext cx="11521440" cy="18288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1. Acquire lock per-(user_id, mid)        &lt;- V12 SALLE B.1 I-UNIFIED-LOCK-PER-MID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2. Check get_all_dishes_for_mail(mid)      -&gt; idempotence : si deja cuit, abandon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3. Resolve contact_profile depuis from_email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4. Compute _scan_echeance_active           -&gt; Phase 2.1: helper _should_scan_echeance(mode, mail_data)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5. Build mail_types pour cet utilisateur   (cache + langue)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6. Stream events de analyze_one_mail_stream(...)   -&gt; retry _COMMIS_MAX_RETRIES=3, skip si body&lt;100 chars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7. Apres yield complet : _persist_commis_results(P, A, F, J, E)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8. _purge_frigos_for_action si necessaire   (cas reclassement post-cuisson)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9. Release lock (finally)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Chef Sonnet - body de reponse VIP pre-cuit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Pre-cuisson en BG dans _continuous_speculation_loop. Cache HIT instant au clic user.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V12 - 9/25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521440" cy="9144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Pre-cuisson : _start_speculative(mid, mail_data, contact_profile)   |   app_plugin.py (refonte V12 SALLE C, commit 871056b)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Boucle BG : _continuous_speculation_loop  |  app_plugin.py:1630 (post-N11-bis)  |  cycle ~45 sec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Modele : Anthropic Sonnet 4.6 via claude_ai.generate_reply(...)   |   stockage : _reply_cache[mid] RAM + drafts_v2.json disque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31720"/>
            <a:ext cx="58521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B85042"/>
                </a:solidFill>
                <a:latin typeface="Calibri"/>
              </a:rPr>
              <a:t>Structure cache _reply_cache[mid]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51760"/>
            <a:ext cx="5852160" cy="22860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651760"/>
            <a:ext cx="5852160" cy="2286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{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  'body': '&lt;p&gt;Bonjour ...&lt;/p&gt;',      # HTML pret a streamer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  'source': 'bg_speculation',         # OU 'user_edit' / 'on_demand'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  'contact': 'alice@acme.com',        # pour invalidation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  'contact_profile_snapshot': {...},  # fiche au moment de la cuisson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  'created_at': 1715694325.0,         # epoch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  'user_modified': False,             # True =&gt; safety_net 15j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  'mid': 'imid_canonique@...',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  'user_id': 'user-uuid',             # multi-tenant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3317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B85042"/>
                </a:solidFill>
                <a:latin typeface="Calibri"/>
              </a:rPr>
              <a:t>Invalidation cache (V12 SALLE Phase C bis, commit ab045d8)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97480"/>
            <a:ext cx="5486400" cy="228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Helper : _invalidate_reply_cache_for_contact(email)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Wrapper : _save_contact_profile_with_invalidation(email, profile)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-&gt; 1 SEUL point d'entree pour TOUS les writes fiche contact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-&gt; save + invalidate atomiquement (8 sites migres)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Comportement :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purge _reply_cache entries dont 'contact' matche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PRESERVE les brouillons user_modified=True (jamais perdre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le travail user)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normalisation email case-insensitive + trim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idempotent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INVARIANT  I-CONTACT-PROFILE-INVALIDATES-REPLY-CACHE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Regression statique R5 : grep _db.save_contact_profile( hors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wrapper -&gt; 0 resultat exige.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029200"/>
            <a:ext cx="11521440" cy="1508760"/>
          </a:xfrm>
          <a:prstGeom prst="rect">
            <a:avLst/>
          </a:prstGeom>
          <a:solidFill>
            <a:srgbClr val="F5F5EC"/>
          </a:solidFill>
          <a:ln w="9525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07492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B85042"/>
                </a:solidFill>
                <a:latin typeface="Calibri"/>
              </a:rPr>
              <a:t>Anti-desobeissance Claude couvert EN CUISINE par _ensure_reply_envelope_html (Phase C, ~120 LoC)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67528"/>
            <a:ext cx="11155680" cy="11887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Avant Phase C : 3 sites de garde disperses (instant_reply 5 patches 127 LoC + stream_from_preemptive ~75 LoC + 0 garde dans speculative).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Apres Phase C : 1 helper centralise en CUISINE applique AVANT stockage cache. La salle livre triviale (1-3 LoC).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(a) Vincent-Lecou autosalutation : strip premier &lt;p&gt; self-greeting + re-injection bon greeting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(b) "Cdlt" seul sans signature : ajout signature apres closing si prenom user pas inline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(c) Anglicisme FR : corrige via _normalize_reply_greeting_closing (garde anti-anglicisme)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(d) HTML parasite : _normalize_reply_to_html idempotent (pass-through si deja HTML)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Les 5 frigos + dispatcher de purge  (refonte N7, commits 24a57d1 + aaf0408)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Table de verite explicite {action x frigo}. Helper idempotent get_all_dishes_for_mail(mid).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V12 - 10/25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34440"/>
          <a:ext cx="115214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108960"/>
                <a:gridCol w="2651760"/>
                <a:gridCol w="1828800"/>
                <a:gridCol w="2468880"/>
              </a:tblGrid>
              <a:tr h="3962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Frigo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Contenu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Stockage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TTL RAM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Producteur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Reponse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Body Sonnet HTML pret a streamer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_reply_cache RAM + drafts_v2.json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72h (BG)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15j (user_edit)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_start_speculative (Phase C)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Resume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Points (P) + Actions (A)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mail_summaries DB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24h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Commis Haiku N6.1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Classement Mail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Top 3 suggestions (moteur N8 + R1 N9)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mail_classement_cache DB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24h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Commis Haiku (event F)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Classement PJ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Top 3 suggestions (moteur N9 + R1)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mail_pj_classement_cache DB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24h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Commis Haiku (event J)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Echeance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Liste engagements (description + date)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mail_echeance_cache DB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30j post-validation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60j pending orphelin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Commis Haiku (event E)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379476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B85042"/>
                </a:solidFill>
                <a:latin typeface="Calibri"/>
              </a:rPr>
              <a:t>Table de verite  _FRIGO_PURGE_RULES  {action x frigo}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4114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841248"/>
                <a:gridCol w="841248"/>
                <a:gridCol w="841248"/>
                <a:gridCol w="841248"/>
                <a:gridCol w="841248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Reply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Res.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Cl.M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Cl.PJ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Ech.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replied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classified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archived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deleted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35040" y="3794760"/>
            <a:ext cx="58521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B85042"/>
                </a:solidFill>
                <a:latin typeface="Calibri"/>
              </a:rPr>
              <a:t>Helper idempotent + dispatcher unique de purge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4114800"/>
            <a:ext cx="5852160" cy="21945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4114800"/>
            <a:ext cx="5852160" cy="219456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# database.py - helper unifie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get_all_dishes_for_mail(mid) -&gt; dict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   # {'summary': ..., 'classement': ...,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   #  'pj_classement': ..., 'echeance': ...}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   # idempotence : abandon cuisine si deja cuit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/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# app_plugin.py - dispatcher purge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_purge_frigos_for_action(mid, action)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   action in {'replied','classified',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              'archived','deleted'}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   # consulte _FRIGO_PURGE_RULES (cf table)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   # appelle _db.purge_mail_caches(mid, tables)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   # + _reply_cache.pop(mid) si reply purge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172200"/>
            <a:ext cx="11521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B85042"/>
                </a:solidFill>
                <a:latin typeface="Calibri"/>
              </a:rPr>
              <a:t>INVARIANT  I-FRIGO-N7-01 : dispatcher unique + table de verite. I-THREADS-N7-01 : table threads JAMAIS purgee (memoire long-terme apprentissage).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Classement mail - moteur N8 unifie  (commits 9fbd97d + 7939f7e)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7 tiers DB consolides dans un seul moteur. 3 chemins (BG / API / compose) branches.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V12 - 11/25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521440" cy="86868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Moteur : _compute_classement_suggestions(mail, contact_profile, momentum_snapshot=None, compose_mode=False)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5 helpers purs : _match_folder_name_in_text  _classify_none_reason  _filter_public_domain  _resolve_folder_id_cascade  _filename_keywords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3 chemins branches : _prewarm_unified_for_mail (BG)  -  api_suggest_folder (175 -&gt; 50 lignes)  -  api_post_generation_analyze (compose)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240280"/>
          <a:ext cx="115214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828800"/>
                <a:gridCol w="3108960"/>
                <a:gridCol w="3200400"/>
                <a:gridCol w="2468880"/>
              </a:tblGrid>
              <a:tr h="4064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Ordre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Critere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Source DB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Helper N9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 (prime)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R1 reciproque PJ -&gt; mail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Recent classement PJ du meme contact dans &lt;2h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mail_pj_classement_cache + get_last_recent_pj_classification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_apply_reciprocal_coherence_mail (N9)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Tier R3 path strict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Mot du sujet OU body match strict nom de dossier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folder_classifications + outlook_folders cache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_apply_keywords_tier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Tier R4 contact mono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Contact a &gt;70% de mails dans un seul dossier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folder_classifications (seuils 70/50/30 _PromptConfig)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_apply_contact_mono_tier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Tier R6 domain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Domaine email a un dossier dominant (hors _PUBLIC)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folder_classifications + _filter_public_domain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_apply_domain_tier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Tier R7 cross-contact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Autres contacts du meme domaine vont dans X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folder_classifications agreges par domaine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_apply_cross_contact_tier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Tier 1bis keywords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Match keyword maitre dans subject/body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constantes _MAIL_TYPES (FR seulement)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(inline moteur)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Tier 4 IA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Suggestion commis Haiku N6.1 (event F)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mail_classement_cache (top 3)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(via _prewarm_unified_for_mail)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8 (fallback)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Tier 5 momentum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Dernier dossier classement de l'user toutes sources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folder_classifications LIMIT 1 ORDER recent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momentum_snapshot pre-spawn (N8-bis P0-3)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5760" y="6080760"/>
            <a:ext cx="1152144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 i="0">
                <a:solidFill>
                  <a:srgbClr val="B85042"/>
                </a:solidFill>
                <a:latin typeface="Calibri"/>
              </a:rPr>
              <a:t>INVARIANT  I-CLASS-N8-01 a 05  +  I-CLASS-N9-01 a 03  |  4 raisons none_* symetriques mail/PJ  |  Race momentum fix : snapshot dans thread Flask AVANT _spawn_bg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Classement PJ - 3 portes unifiees + R1 reciproque  (commits 1d8fd5d + 0e59c18)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Moteur _compute_pj_classement_suggestions partage la base de N8 + 3 differences metier.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V12 - 12/25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521440" cy="86868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Moteur PJ : _compute_pj_classement_suggestions(mail, contact_profile, attachment_names, compose_mode=False)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Tronc commun (N9) : helpers parametres _apply_contact_mono_tier / _apply_keywords_tier / _apply_domain_tier / _apply_cross_contact_tier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Reciprocal : _apply_reciprocal_coherence_pj (lit recence) + _apply_reciprocal_coherence_mail (mecanisme symetrique)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115214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B85042"/>
                </a:solidFill>
                <a:latin typeface="Calibri"/>
              </a:rPr>
              <a:t>3 portes unifiees (avant N9 : 3 logiques inline distinctes - critique Yvan "pourquoi 3 routes ???")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2606040"/>
          <a:ext cx="115214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108960"/>
                <a:gridCol w="3657600"/>
                <a:gridCol w="32004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Porte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Trigger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Fichier:fonction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BG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Reception webhook (PARTIAL/VIP)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app_plugin.py - _prewarm_unified_for_mail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Conserve l'appel commis Haiku N6.1 (suggestion IA event J)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A la demande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User clic 'Smart paperclip' compose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app_plugin.py - api_suggest_pj_folder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~90 LoC inline 3 tiers SUPPRIMEES -&gt; wrapper sur moteur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Compose pre-envoi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Click 'Joindre depuis BoosterMail'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app_plugin.py - api_smart_paperclip / api_post_generation_analyze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~30 LoC inline SUPPRIMEES -&gt; wrapper sur moteur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4617720"/>
            <a:ext cx="115214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B85042"/>
                </a:solidFill>
                <a:latin typeface="Calibri"/>
              </a:rPr>
              <a:t>3 differences metier PJ vs 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937760"/>
            <a:ext cx="11521440" cy="1554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1. Filesystem vs structure Outlook : la PJ va dans un dossier filesystem (chemin disque), pas dans un folder Outlook. _resolve_folder_id_cascade gere les deux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 -&gt; Q1 Yvan N9 = B (sous-ensemble pragmatique) : Tier 5/6/7/8 PJ drop (PLUS_TARD_VF #34) car folder_id filesystem inexistant.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2. Tier 1bis PJ fallback body (Q2 Yvan N9) : si nom de fichier ne matche pas un dossier, on fallback sur le body du mail (mots-cles).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3. R1 reciproque PJ : lit RECENCE (get_last_recent_pj_classification, max_age=7200s) au lieu de FREQUENCE. Cohere avec la coherence mail&lt;-&gt;PJ.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Stop words N9-bis : _RECIPROCAL_STOP_WORDS etend _GENERIC_FOLDER_NAMES (documents, photos, images, fichiers, downloads...) pour eviter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les faux positifs reciprocaux sur des dossiers generiques. SET DISTINCT de _GENERIC_FOLDER_NAMES (Tier 2 mail garde son set original).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Gestion contacts - squelette + enrichissement + purge  (commits 657d022 + c1c4fcd)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Hook unique save_to_thread. Purge UPDATE-blank multi-tenant safe (fix bug critique en prod).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V12 - 13/25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6692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A7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669280" cy="411480"/>
          </a:xfrm>
          <a:prstGeom prst="rect">
            <a:avLst/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61872"/>
            <a:ext cx="5303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1. Creation progressive (I-CONTACT-N10-02)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303520" cy="1920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Hook unique : database.py:1854 save_to_thread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-&gt; create_contact_skeleton(correspondent) AVANT INSERT thread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-&gt; idempotent (INSERT OR IGNORE)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-&gt; 1 seul point pour les 2 directions (sent + received)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Etats du contact :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sample_count=0 + manually_edited=0  -&gt; SQUELETTE (email+display_name)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sample_count&gt;=1                    -&gt; ENRICHI auto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manually_edited=1                  -&gt; LOCK (purge protege)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Filtre carnet UI : get_all_contact_profiles(include_skeletons=False)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Exceptions (3 sites passes a True) :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/api/contact_search (autocomplete)  - /gdpr/export  - recalibrate batch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34440"/>
            <a:ext cx="56692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A7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5669280" cy="411480"/>
          </a:xfrm>
          <a:prstGeom prst="rect">
            <a:avLst/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61872"/>
            <a:ext cx="5303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2. Enrichissement (dispatcher 2 helpers N10)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37360"/>
            <a:ext cx="5303520" cy="1920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2 helpers decideurs purs :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_should_enrich_profile(profile, mail_count) -&gt; bool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sample_count 0 -&gt; 2 : enrichir au 2e mail recu OU 1er envoye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_should_reanalyze_profile(profile) -&gt; bool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cooldown actif (24h) bloque re-analyse OFF reservee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Garde anti-inversion DB-side (N3) :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_check_greeting_inversion(greeting, user_first_name)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-&gt; match \b{prenom}\b mot entier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-&gt; flag polluted=1 AU LIEU de reset (info conservee)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Tous les writes passent par le wrapper de Phase C bis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_save_contact_profile_with_invalidation(email, profile)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40480"/>
            <a:ext cx="11521440" cy="2697480"/>
          </a:xfrm>
          <a:prstGeom prst="rect">
            <a:avLst/>
          </a:prstGeom>
          <a:solidFill>
            <a:srgbClr val="F5F5EC"/>
          </a:solidFill>
          <a:ln w="9525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886200"/>
            <a:ext cx="111556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B85042"/>
                </a:solidFill>
                <a:latin typeface="Calibri"/>
              </a:rPr>
              <a:t>3. Purge auto 24 mois - UPDATE-blank sselective + multi-tenant (I-CONTACT-N10-03)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51960"/>
            <a:ext cx="11155680" cy="2240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Bug critique fixe en N10 (P0-3 demolisseur) : la purge actuelle (depuis O6 08/05) faisait DELETE FROM contact_profiles sans WHERE user_id.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Consequence : un mail recent du user A protegeait le profil contact du user B portant le meme email. Fuite cross-tenant en prod.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Fix : DELETE remplace par UPDATE-blank selectif. 16 champs enrichis sont reset, mais email + display_name (squelette) sont CONSERVES.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-&gt; les regles 1/2/3 du pipeline classement (basees sur folder_classifications separe) continuent a fonctionner apres purge.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-&gt; boucle SELECT DISTINCT user_id puis UPDATE WHERE user_id = ?  (multi-tenant strict).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Cadence : thread BG _periodic_contacts_purge_loop (app_plugin.py:4583) tourne 1x/jour. Cible : profils inactifs &gt;24 mois (sample_count=0 ET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pas de thread recent). Profils manually_edited=1 EXEMPTES (lock user).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Lecons N10 : le demolisseur a sauve un bug critique en prod (fuite cross-tenant invisible 1 semaine). Sub-agents doivent recevoir le chemin V2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explicite dans le prompt (piege OneDrive proto vs C:\EasyMail\V2\ SaaS toujours latent).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Matrice 9 cas : 3 commandes user x 3 branches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Comportement attendu pour chaque case. Source : SPEC_ARBRE_DECISIONNEL sec 2 niv 5.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V12 - 14/25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80160"/>
          <a:ext cx="115214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108960"/>
                <a:gridCol w="3108960"/>
                <a:gridCol w="3108960"/>
              </a:tblGrid>
              <a:tr h="9144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Commande user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ECARTE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PARTIEL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VIP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[Repondre]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_generate_reply_streaming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(Phase C SALLE)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Streaming Sonnet a la commande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5-8 sec  (cuisson complete)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_ensure_reply_envelope_html applique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en sortie cuisine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Streaming Sonnet a la commande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3-8 sec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(resume + classement deja en frigo,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mais pas de body pre-cuit)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CACHE HIT instant ~300 ms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_reply_cache[mid]['source']='bg_speculation'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Enveloppe deja garantie en cuisine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Salle livre triviale (1-3 LoC)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[Classer rapide]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_classify_to_folder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(Phase A SALLE)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Cuisson Haiku a la commande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2-3 sec  (1 appel commis)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+ move/copy + save + momentum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INSTANT  (Haiku frigo plein)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mail_classement_cache + R1 reciproque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helper unifie + 4 fixes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(#28, P0-2, P0-3, _lookup_folder_name)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INSTANT  (Haiku frigo plein)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idem PARTIEL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learn=False support pour _classifyUndoMail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[Voir resume+echeance]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api_mail_preview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(Phase B SALLE)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Cuisson Haiku a la commande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1-2 sec  (1 appel commis)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INSTANT  (3 frigos pleins)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+ resume + classement Mail/PJ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Pas d'echeance (paradigme DB-driven)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INSTANT  (3 frigos pleins)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+ echeance SI db.has_active_echeance(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  from_email) [Phase 2.2]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5074920"/>
            <a:ext cx="11521440" cy="1463040"/>
          </a:xfrm>
          <a:prstGeom prst="rect">
            <a:avLst/>
          </a:prstGeom>
          <a:solidFill>
            <a:srgbClr val="F5F5EC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12064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B85042"/>
                </a:solidFill>
                <a:latin typeface="Calibri"/>
              </a:rPr>
              <a:t>Routes API correspondantes (cote V2/app_plugin.py)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40680"/>
            <a:ext cx="11155680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[Repondre]  /api/instant_reply (preemptive HIT)  +  /api/reply_sse/&lt;mid&gt; (streaming Sonnet)  +  /api/match_template (stub, code mort retire Phase C)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[Classer]   /api/classify_email  +  /api/classify_email_manual  -&gt; wrappers minces sur _classify_to_folder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[Voir]      /api/mail_preview/&lt;mid&gt; (route bundle Phase B.3, wrapper sur 3 portes specialisees via _fetch_single_preview_plate)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Contrat SSE : evenements 'token' / 'delta' / 'done' / 'error'. Idempotent : reconnect ne re-execute pas une cuisson en cours (lock per-mid).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Salle - bouton [Classer rapide]  (V12 SALLE Phase A, commit 4c93537)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Helper unifie _classify_to_folder + 4 fixes critiques. Routes amincies wrapper.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V12 - 15/25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521440" cy="64008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Helper unifie : _classify_to_folder(message_id, folder_id, folder_name, sent_message_id, learn)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Routes :  api_classify_email (~22 LoC wrapper)  +  api_classify_email_manual (~45 LoC wrapper)   |   tests : test_la_salle.py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115214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B85042"/>
                </a:solidFill>
                <a:latin typeface="Calibri"/>
              </a:rPr>
              <a:t>4 fixes critiques integres au helper unifie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377440"/>
          <a:ext cx="115214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377440"/>
                <a:gridCol w="4114800"/>
                <a:gridCol w="320040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Fix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Symptome avant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Solution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#28 PLUS_TARD_VF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purge_email_cache_for IMID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_db.purge_email_cache_for(new_id) recevait l'Entry ID Graph post-move (different de l'IMID).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Purge silencieusement no-op pendant 2 semaines.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Le helper appelle purge_email_cache_for(message_id) AVANT le move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Graph. IMID original conserve.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P0-2 demolisseur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Check move_result.get('success')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Les side-effects (copy + save + momentum + purge) se faisaient meme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si le move Graph rejetait silencieusement. Classements fantomes.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Le helper check explicitement success AVANT side-effects.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Early-return propre si Graph refuse.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P0-3 demolisseur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Flag learn=False pour undo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_classifyUndoMail (dialog.js:2225) reclassait dans Inbox et enregistrait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une fausse preference d'apprentissage "user veut Inbox".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Frontend POST inclus 'learn: false'. Le helper skip save_classification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si learn=False. Apprentissage protege.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P1-1 regard frais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_lookup_folder_name fallback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Le frontend n'envoyait pas toujours folder_name. save_classification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recevait folder_path='' -&gt; polluait Tier R1 du moteur d'apprentissage.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Helper _lookup_folder_name(folder_id) resout via l'arbre Outlook cached.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Garantit folder_path non-vide.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65760" y="5257800"/>
            <a:ext cx="11521440" cy="1280160"/>
          </a:xfrm>
          <a:prstGeom prst="rect">
            <a:avLst/>
          </a:prstGeom>
          <a:solidFill>
            <a:srgbClr val="F5F5EC"/>
          </a:solidFill>
          <a:ln w="9525">
            <a:solidFill>
              <a:srgbClr val="4E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30352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4E8A4E"/>
                </a:solidFill>
                <a:latin typeface="Calibri"/>
              </a:rPr>
              <a:t>Bonus Phase A - finition cuisine (regression silencieuse mail_preview PJ corrigee)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623560"/>
            <a:ext cx="1115568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Helper _unflatten_suggestions(suggestion) factorise dans 7 sites (_prewarm_unified_for_mail x 2, api_dialog_init x 1,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api_mail_preview x 2, _fetch_single_preview_plate x 2). Effet collateral : la route bundle api_mail_preview retournait [_sp]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(1 entree) au lieu de deserialiser le top 3 -&gt; top 3 PJ affiche a tort comme top 1. Decouvert par sub-agent inventaire systemique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(decouverte #3). INVARIANT I-CLASSIFY-A + I-UNFLATTEN-SUGGESTIONS.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Salle - bouton [Voir resume+echeance]  (V12 SALLE Phase B, commits f6024b0+eb80ee8+5763048)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3 sous-phases : B.1 lock per-mid (TOCTOU) - B.2 root cause no_pj - B.3 fusion route bundle.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V12 - 16/25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749039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3B6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3749039" cy="411480"/>
          </a:xfrm>
          <a:prstGeom prst="rect">
            <a:avLst/>
          </a:prstGeom>
          <a:solidFill>
            <a:srgbClr val="3B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61872"/>
            <a:ext cx="33832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B.1 - Lock per-(user_id, mid)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3383280" cy="1920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Resout Obs-F6 TOCTOU.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Verrou anti-doublon sur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_prewarm_unified_for_mail.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Multi-tenant via 'user_id::mid'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LRU OrderedDict 500 max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finally: release defense in depth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Test test_F6_concurrence_double_call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resserre de &lt;=2 a ==1 strict.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Pre-requis pour B.3.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INVARIANT I-UNIFIED-LOCK-PER-MID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234440"/>
            <a:ext cx="3749039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3B6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234440"/>
            <a:ext cx="3749039" cy="411480"/>
          </a:xfrm>
          <a:prstGeom prst="rect">
            <a:avLst/>
          </a:prstGeom>
          <a:solidFill>
            <a:srgbClr val="3B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261872"/>
            <a:ext cx="33832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B.2 - Root cause no_pj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691640"/>
            <a:ext cx="3383280" cy="1920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Symptome : has_attachments=True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mais attachments=[].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Root cause : warmup boot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get_received_emails() n'incluait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pas $expand=attachments.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Les autres flux (email_by_id /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email_by_internet_id) avaient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deja le $expand.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Fix : 1 ligne ajoutee dans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outlook_graph.py:686+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'&amp;$expand=attachments'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Patch aval 27 LoC supprime.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Net : -26 LoC.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INVARIANT I-GRAPH-EXPAND-ATTACHMENTS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234440"/>
            <a:ext cx="3749039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3B6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234440"/>
            <a:ext cx="3749039" cy="411480"/>
          </a:xfrm>
          <a:prstGeom prst="rect">
            <a:avLst/>
          </a:prstGeom>
          <a:solidFill>
            <a:srgbClr val="3B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261872"/>
            <a:ext cx="33832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B.3 - Fusion route bundle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691640"/>
            <a:ext cx="3383280" cy="1920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api_mail_preview refondue en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wrapper leger sur les 3 portes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specialisees via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_fetch_single_preview_plate.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Avant : 135 LoC qui dupliquaient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a 90% la logique RAM-&gt;DB-&gt;BG.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Apres : 15 LoC.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Shape de reponse inchange :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  {echeance, classement,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   pj_classement, cache_hit}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Securite : le lock B.1 garantit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qu'un seul thread cuit, les 2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autres abandonnent.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INVARIANT I-MAIL-PREVIEW-DELEGATES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840480"/>
            <a:ext cx="115214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B85042"/>
                </a:solidFill>
                <a:latin typeface="Calibri"/>
              </a:rPr>
              <a:t>Flow execution route bundle /api/mail_preview/&lt;mid&gt;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60520"/>
            <a:ext cx="11521440" cy="237744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160520"/>
            <a:ext cx="11521440" cy="237744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def api_mail_preview(mid):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    # Phase B.3 wrapper (~15 LoC)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    s = _fetch_single_preview_plate(mid, 'summary')        # frigo 1 : RAM -&gt; DB -&gt; BG trigger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    c = _fetch_single_preview_plate(mid, 'classement')      # frigo 2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    p = _fetch_single_preview_plate(mid, 'pj_classement')   # frigo 3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    # Echeance : lecture passive depuis mail_echeance_cache (pas de cuisson cote bundle)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    e = _db.get_echeance_for_mail(mid)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    return jsonify({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        'echeance': e, 'classement': c, 'pj_classement': p,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        'summary': s, 'cache_hit': all(x.get('cache_hit') for x in [s, c, p])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    })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/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# Chaque _fetch_single_preview_plate :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#   1) check RAM cache (_mail_preview_cache, TTL 72h post-N7)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#   2) si miss : check DB (mail_summaries / mail_classement_cache / mail_pj_classement_cache)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#   3) si miss DB : spawn BG _prewarm_unified_for_mail (lock per-mid garantit 1 seul appel Haiku)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#   4) repond avec etat 'pending' si BG vient d'etre lance (le frontend re-poll)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Salle - bouton [Repondre]  (V12 SALLE Phase C + C bis, commits 871056b + ab045d8)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Cuisine garantit l'enveloppe, salle livre triviale. Invalidation cache fiche contact.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V12 - 17/25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6692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6B8E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669280" cy="411480"/>
          </a:xfrm>
          <a:prstGeom prst="rect">
            <a:avLst/>
          </a:prstGeom>
          <a:solidFill>
            <a:srgbClr val="6B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61872"/>
            <a:ext cx="5303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Phase C - cuisine 3 etoiles garantit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303520" cy="1920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Avant Phase C : 3 sites de garde anti-desobeissance disperses.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_start_speculative (cuisine) : 0 garde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/api/instant_reply (salle) : 5 patches 127 LoC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stream_from_preemptive + generate_sse : ~75 LoC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Apres Phase C : 1 helper en CUISINE avant cache.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-&gt; _ensure_reply_envelope_html(body, contact_profile,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   correspondent_email, user_name)   (~120 LoC)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-&gt; applique AVANT stockage cache dans _start_speculative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-&gt; les 3 sites salle deviennent 1-3 LoC chacun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Idempotent : 2e appel = pass-through.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34440"/>
            <a:ext cx="56692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78C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5669280" cy="411480"/>
          </a:xfrm>
          <a:prstGeom prst="rect">
            <a:avLst/>
          </a:prstGeom>
          <a:solidFill>
            <a:srgbClr val="C78C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61872"/>
            <a:ext cx="5303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Phase C bis - invalidation sur change fiche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91640"/>
            <a:ext cx="5303520" cy="1920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Decouvert par audit honnete fin de session (Lecon 10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"commentaire qui ment").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Commentaire promettait _invalidate_reply_cache_for_contact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appele par save_contact_profile -&gt; fonction n'existait PAS.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9 sites appelaient save_contact_profile direct.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Consequence prod : analyze_contact_profile enrichit, mais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le reply_cache contient un brouillon avec l'ANCIENNE fiche.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L'user voit un brouillon obsolete au clic.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Fix : helper + wrapper unique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_save_contact_profile_with_invalidation(email, data)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-&gt; save + invalidate atomiquement (8 sites migres)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840480"/>
            <a:ext cx="115214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B85042"/>
                </a:solidFill>
                <a:latin typeface="Calibri"/>
              </a:rPr>
              <a:t>Comportement final cote user au clic [Repondre]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160520"/>
            <a:ext cx="11521440" cy="233172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160520"/>
            <a:ext cx="11521440" cy="233172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# app_plugin.py - flow simplifie route /api/instant_reply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def api_instant_reply(mid):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    cached = _reply_cache.get(mid)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    if cached and cached.get('source') == 'bg_speculation':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        return jsonify({'body': cached['body'], 'source': 'preemptive'})   # CACHE HIT  ~300 ms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    # MISS : spawn streaming Sonnet a la commande (event-source consume side)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    return Response(_generate_reply_streaming(mid), mimetype='text/event-stream')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/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# Anti-desobeissance Claude couvert en cuisine (Phase C) :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#   (a) Vincent-Lecou autosalutation  - strip 1er &lt;p&gt; self-greeting + ri-injection bon greeting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#   (b) "Cdlt" seul sans signature   - ajout signature si prenom user pas inline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#   (c) Anglicisme FR                  - _normalize_reply_greeting_closing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#   (d) HTML parasite                  - _normalize_reply_to_html idempotent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/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# INVARIANT I-REPLY-ENVELOPE-GUARANTEED-IN-KITCHEN  +  I-CONTACT-PROFILE-INVALIDATES-REPLY-CACHE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# 4 regressions statiques (R-C1..R-C4) verrouillent le wrapper salle.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Invariants critiques a preserver  (extrait audit/INVARIANTS.md)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Codes a chercher dans le repo. Pour chaque : pourquoi + action si viole.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V12 - 18/25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34440"/>
          <a:ext cx="115214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3108960"/>
                <a:gridCol w="3840480"/>
              </a:tblGrid>
              <a:tr h="33147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Code invariant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Resume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Pourquoi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Action si viole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I-CANON-01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Canonicalisation IMID dans tous les caches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Sans : Maryam-bug (caches stockes sous une cle, polling sous une autre)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5 niveaux d'enforcement. Toute nouvelle insertion en cache passe par _canonicalize_message_id.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I-NOREPLY-01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Liste no-reply unique _AUTO_EMAIL_PATTERNS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Avant N1 : 3 listes paralleles divergentes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Ajouter un nouveau pattern : 1 seul endroit. Helper _is_auto_email(email).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I-FILTRE-01 / FILTRE-2-01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Filtre 1 = OR strict 5 regles  /  Filtre 2 = sample&gt;=1 OR manually_edited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Sans : faux ecartes, faux VIP, doublons cuisson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Fail-open total (try/except + _safe_int). Tester via test_n4_filtre_1 / test_n5_filtre_2.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I-COMMIS-01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Commis Haiku unifie = 1 call par cycle BG par mail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Avant N6.1 : 3-4 calls Haiku doubles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Toute nouvelle suggestion (folder, echeance, ...) passe par analyze_one_mail_stream + event.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I-PROMPT-N62-01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Prompt Sonnet structure 8 blocs (E supprime)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Bloc E (learning_priorities) supprime N6.2 - ne pas reintroduire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Snapshots byte-identique test_n6_2_prompt_snapshots (24 snapshots).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I-FRIGO-N7-01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Dispatcher unique _purge_frigos_for_action + table de verite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Avant N7 : sur-purge systematique vidait 5 frigos a chaque event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11 sites de purge passent par le dispatcher. Helper purge_mail_caches(mid, whitelist tables).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I-THREADS-N7-01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Table threads JAMAIS purgee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Memoire long-terme d'apprentissage (folder_classifications, R4, R6, R7)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Le purge auto contacts UPDATE-blank ne touche QUE contact_profiles. threads = sacre.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I-CLASS-N8-01..05  /  I-CLASS-N9-01..03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Moteur unique classement mail+PJ + R1 reciproque + 3 portes PJ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Avant N8/N9 : 3 pipelines paralleles + 3 logiques inline PJ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Toute nouvelle source de suggestion passe par _compute_classement_suggestions / _compute_pj_...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I-CONTACT-N10-01..03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Dispatcher 2 helpers + squelette hook + purge UPDATE-blank multi-tenant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Bug critique fixe : fuite cross-tenant DELETE sans WHERE user_id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Tous les writes fiche contact via _save_contact_profile_with_invalidation (Phase C bis).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I-BRANCHES-N11-01 / 02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Dispatcher unique 3 branches aucun bypass / Pas de reveil PARTIAL -&gt; VIP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Avant N11 : 8 call sites disperses + wrapper _should_speculate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test_regression_no_bypass_dispatcher grep &lt;=2 occurrences de _is_discarded( et _filter_2_is_vip(.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I-UNIFIED-LOCK-PER-MID  (V12 B.1)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Lock par-(user_id, mid) sur _prewarm_unified_for_mail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Resout Obs-F6 TOCTOU. Permet la fusion route bundle B.3.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Test test_F6_concurrence_double_call ==1 strict.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I-GRAPH-EXPAND-ATTACHMENTS  (V12 B.2)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$expand=attachments dans methodes Graph qui peuplent email_cache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Resout no_pj historique. Patches avals desormais inutiles.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Toute nouvelle methode Graph ingere = MUST $expand. Test regression-grep recommande.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I-REPLY-ENVELOPE-GUARANTEED-IN-KITCHEN  (V12 C)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Enveloppe complete garantie en cuisine, salle triviale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Anti-desobeissance Claude n'est PAS en salle. La salle ne controle plus.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_ensure_reply_envelope_html avant stockage cache. 4 regressions statiques R-C1..R-C4.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I-CONTACT-PROFILE-INVALIDATES-REPLY-CACHE  (V12 C bis)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Invalidation cache brouillons sur change fiche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Sans : brouillon obsolete affiche apres enrichissement profil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Wrapper _save_contact_profile_with_invalidation = SEUL point d'entree writes. R5 statique.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I-ECHEANCE-DB-DRIVEN  (V12 Phase 2.2)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Critere scan echeance entrant = existence en DB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Abandon Option A. Phase 2.2 helper _should_scan_echeance(mode, mail_data).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match_echeance_for_mail cascade Tier 1 heuristique / Tier 2 sub-commis Haiku / Tier 3 fallback.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3 observations honnetes Obs-F6 / F8 / F10  (clarification statut V12)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Observations CUISINE 14/05. Toutes resolues V12 (15/05). Pour memoire historique.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V12 - 19/25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521440" cy="1645920"/>
          </a:xfrm>
          <a:prstGeom prst="rect">
            <a:avLst/>
          </a:prstGeom>
          <a:solidFill>
            <a:srgbClr val="F5F5EC"/>
          </a:solidFill>
          <a:ln w="9525">
            <a:solidFill>
              <a:srgbClr val="4E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1556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4E8A4E"/>
                </a:solidFill>
                <a:latin typeface="Calibri"/>
              </a:rPr>
              <a:t>Obs-F6 - TOCTOU _prewarm_unified_for_mail   |   RESOLU V12 SALLE Phase B.1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11155680" cy="11887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Symptome : sous 2 threads concurrents sur le meme mid, le builder etait appele 2x au lieu de 1x ideal. Le check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get_all_dishes_for_mail au debut n'etait pas atomique avec l'appel builder qui suit.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Impact : faible (&lt;=2x cout Haiku rare, last-write-wins -&gt; frigos coherents). Pas critique mais signal honnete.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Fix : lock par-(user_id, mid) ajoute. Test test_F6_concurrence_double_call resserre de &lt;=2 a ==1 strict.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Invariant : I-UNIFIED-LOCK-PER-MID. Commit f6024b0.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71800"/>
            <a:ext cx="11521440" cy="1783080"/>
          </a:xfrm>
          <a:prstGeom prst="rect">
            <a:avLst/>
          </a:prstGeom>
          <a:solidFill>
            <a:srgbClr val="F5F5EC"/>
          </a:solidFill>
          <a:ln w="9525">
            <a:solidFill>
              <a:srgbClr val="4E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111556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4E8A4E"/>
                </a:solidFill>
                <a:latin typeface="Calibri"/>
              </a:rPr>
              <a:t>Obs-F8 - test tautologique   |   RESOLU V12 Phase 2.1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64992"/>
            <a:ext cx="11155680" cy="1371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Symptome : F8 mockait echeance="2026-12-01" (string) que analyze_one_mail_stream ne peut STRUCTURELLEMENT jamais produire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(parser _parse_line construit toujours un dict). Le test validait une robustesse contre un bug fictif.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Vraies bourdes Haiku NON couvertes (a tenir en tete pour entrants futurs) :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  - date non-ISO :  E: livrable | 15 decembre 2026  -&gt; {description: 'livrable', date: ''}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  - description vide :  E: | 2026-12-01  -&gt; {description: '', date: '2026-12-01'}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  - date demain (non parseable) :  E: livrable | demain  -&gt; date=''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  - date passee :  E: livrable | 2025-01-01  -&gt; persiste tel quel alors que prompt dit "FUTURE"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Fix : test supprime apres abandon Option A. Mock builder plus jamais appele cote entrants (helper _should_scan_echeance('incoming', _) = False Phase 2.1).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Format pourri couvert structurellement par tests F10 sortants + test_n12_normalize_echeance.py::test_S3_payload_string.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846320"/>
            <a:ext cx="11521440" cy="1691640"/>
          </a:xfrm>
          <a:prstGeom prst="rect">
            <a:avLst/>
          </a:prstGeom>
          <a:solidFill>
            <a:srgbClr val="F5F5EC"/>
          </a:solidFill>
          <a:ln w="9525">
            <a:solidFill>
              <a:srgbClr val="4E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892040"/>
            <a:ext cx="111556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4E8A4E"/>
                </a:solidFill>
                <a:latin typeface="Calibri"/>
              </a:rPr>
              <a:t>Obs-F10 - asymetrie scan_echeance entrants vs sortants   |   RESOLU V12 Phase 2.1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239512"/>
            <a:ext cx="1115568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Symptome : api_post_generation_analyze (compose sortants) appelait analyze_one_mail_stream SANS scan_echeance=True explicite -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se contentait d'ecouter kind == 'echeance' (comportement implicite). _prewarm_unified_for_mail (entrants) passait explicitement.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Risque : tout changement de politique scan echeance demande de toucher 2 endroits avec 2 mecanismes differents.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Fix : helper unique _should_scan_echeance(mode: str, mail_data: dict) -&gt; bool   (app_plugin.py:14005+)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  - mode='compose' -&gt; True (sortants V12 P1)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  - mode='incoming' -&gt; db.has_active_echeance(from_email) (Phase 2.2)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Contrat teste par test_n11_branches.py::test_should_scan_echeance_helper_contract. INVARIANT I-ECHEANCE-DB-DRIVEN.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Pointeurs code - ou chercher quoi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Table maitre des fichiers V2. Lignes ~approximatives (peuvent deriver, grep le nom de la fonction).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V12 - 20/25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34440"/>
          <a:ext cx="115214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3657600"/>
                <a:gridCol w="5394960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Fichier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Roles principaux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Symboles cles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V2/app_plugin.py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(~16k lignes - PLUS_TARD_VF #11 decoupage)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Dispatcher 3 branches + 5 frigos + routes API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Flask + boucles BG + cache RAM + orchestrateur cuisine + salle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_classify_mail_branch:7339 - _is_discarded:7229 - _filter_2_is_vip:7026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_prewarm_unified_for_mail:4024 (post-B.1) - _persist_commis_results:3501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_start_speculative - _ensure_reply_envelope_html - _classify_to_folder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api_mail_preview (B.3 wrapper) - api_instant_reply - api_classify_email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_purge_frigos_for_action:760 - _FRIGO_PURGE_RULES - _AUTO_EMAIL_PATTERNS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_continuous_speculation_loop:1630 - _save_contact_profile_with_invalidation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_invalidate_reply_cache_for_contact - _should_scan_echeance:14005+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V2/claude_ai.py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Clients Anthropic Haiku (commis) + Sonnet (chef)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Prompts (blocs A/B/C/D/D2/G/BRIEF/SECURITE)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Validation echeance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analyze_one_mail_stream (commis unifie N6.1)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generate_reply (Sonnet 4.6)  -  scan_echeances_batch (post-envoi)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_build_prompt (orchestrateur N6.2 phase 3 ~111 LoC)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_PromptConfig - _validate_echeance_date:3212 - _MAIL_TYPES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match_echeance_active (sub-commis Phase 2.2)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V2/database.py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Tables DB (email_cache, mail_summaries, mail_classement_cache,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mail_pj_classement_cache, mail_echeance_cache, contact_profiles, threads,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folder_classifications)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Helpers idempotents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save_email_cache - get_all_dishes_for_mail (helper unifie)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save_to_thread:1854 - create_contact_skeleton (N10 hook unique)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save_contact_profile (avec garde anti-inversion N3)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purge_mail_caches(mid, tables whitelist) - _PURGEABLE_MAIL_TABLES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purge_inactive_contact_profiles:2187 (multi-tenant fix N10)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get_last_recent_classification - get_last_recent_pj_classification (N9)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has_active_echeance (Phase 2.2) - update_echeance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V2/utils_date.py (130 lignes, cree N6.3-bis)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Date parsing centralise FR + ISO + epoch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extract_fr_dates - _parse_flexible_datetime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V2/outlook_graph.py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Client Microsoft Graph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get_received_emails (B.2 fix $expand=attachments)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get_email_by_id - get_email_by_internet_id - move_message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V2/companion/popup_pyqt.py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Overlay PyQt IPC 127.0.0.1:5052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(non touche par refonte V12)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V2/tests/test_integration_N0_N11.py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48 scenarios E2E (Familles A/B/C/D/E/F)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Mock _get_prompt_builder + _MockBuilder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Famille A ecarte (8) - B partiel (9) - C VIP (7)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D transitions (9) - E cas speciaux (5) - F cuisine avancee (10)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V2/tests/test_la_salle.py + test_la_salle_phase_c.py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Tests V12 SALLE (45 cas)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Phase A Classer (21 cas) + Phase C+C bis Repondre (24 cas)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docs/specs_proto/SPEC_*.md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Specs metier integrales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(annexees dans V12_CUISINE.md section 14)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SPEC_ARBRE_DECISIONNEL - SPEC_ECHEANCES - SPEC_CONTACTS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SPEC_CLASSEMENT - SPEC_SMART_SPECULATIF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Annexe A1 - Timeline complete 11 niveaux + V12  (commits SHA)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Source : V12_CUISINE.md sec 3 + sec 12 + V12_SALLE.md sec 10.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V12 - 21/25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34440"/>
          <a:ext cx="115214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554480"/>
                <a:gridCol w="2377440"/>
                <a:gridCol w="1280160"/>
                <a:gridCol w="4114800"/>
              </a:tblGrid>
              <a:tr h="230587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Niveau / Phase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Commit principal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-bis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Sujet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</a:tr>
              <a:tr h="230587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N1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11/05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356746a -&gt; 5d393cb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(5 commits)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Canonicalisation IMID + middleware Flask + alias deprecated supprime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230587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N2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11/05 19:14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37a804c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Stockage brut frigo principal + garde I-CANON-01 DB-side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230587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N3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12/05 07:45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834f57e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Carnet contacts + garde anti-inversion DB + flag polluted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230587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N4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12/05 13:11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66d734c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Filtre 1 : 5 regles atomiques + dispatcher _is_discarded (51 tests)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230587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N5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12/05 15:46+16:24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5d18501 + 3535391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remise propre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Filtre 2 VIP/PARTIEL + fail-open _safe_int (23 tests)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230587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N6.1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12/05 18:54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be6a526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Commis Haiku unifie 1 call = 5 events (24 tests)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230587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N6.2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13/05 10:07-11:23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f73c177 -&gt; 3adb194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(4 phases)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Blocs Sonnet 1002 -&gt; 111 LoC (-89%) + snapshots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230587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N6.3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13/05 12:40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dcf8c39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ce71b41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Echeances scope Python + utils_date.py 130 LoC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230587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N7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13/05 15:22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24a57d1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aaf0408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5 frigos + dispatcher purge + table verite (77 tests)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230587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N8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13/05 19:55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9fbd97d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7939f7e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Moteur classement mail+PJ unifie + race momentum fix (15 tests)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230587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N9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14/05 08:15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1d8fd5d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0e59c18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Tronc commun + R1 reciproque + 3 portes PJ (10 tests)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230587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N10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14/05 09:21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657d022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c1c4fcd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Contacts squelette + purge UPDATE-blank multi-tenant + bug cross-tenant fix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230587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N11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14/05 10:28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9853345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09aff3a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Dispatcher unique 3 branches + suppression _should_speculate (11 tests)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230587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N11 Option A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14/05 PM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8c377d7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ARCHIVE 15/05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Reactivation echeance VIP entrants (abandon 24h apres)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230587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Batterie integration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14/05 soir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9171736 + cbde1d0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48 scenarios E2E (Familles A-F)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230587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V12 Phase 1 sortants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15/05 matin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76ce8cd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Validateur _normalize_echeance_payload Cas A/B/C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230587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V12 Phase 2.1 + 2.2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15/05 PM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0a8a957 + ...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Helper _should_scan_echeance + matching DB-driven + sub-commis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230587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V12 SALLE Phase A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15/05 PM tardif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4c93537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Classer rapide helper unifie + 4 fixes (21 tests)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230587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V12 SALLE Phase B.1+B.2+B.3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15/05 PM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f6024b0 + eb80ee8 + 5763048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Lock per-mid + root cause no_pj + fusion route bundle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230587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V12 SALLE Phase C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15/05 soir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871056b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Cuisine garantit enveloppe + 4 anti-desobeissance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230587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V12 SALLE Phase C bis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16/05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ab045d8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Invalidation cache brouillons sur change fiche contact (Lecon 10)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230606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V12 audit profond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16-18/05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dd407c7 + a99eacc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4 axes sub-agents + 6 faux positifs ecartes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Annexe A2 - 4 defenses methodologiques (+5e ad-hoc)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Le workflow standard par niveau qui a permis 6 -bis correctifs sur 11 niveaux.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V12 - 22/25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521440" cy="40233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11521440" cy="402336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Phase A - Cartographie EXHAUSTIVE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   |  (spec.md DEDIE + PPTX, jamais l'inverse - Lecon 2 N8 erreur)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Phase B - Tableau spec vs code (Implemente / Partiel / Absent / Melange / Inverse)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   |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Phase C - Questions produit (max 5, langage non-tech, ma reco par defaut)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   |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Phase D - Plan v1 (signatures precises, metriques estimees)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   |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Phase E - Sub-agent DEMOLISSEUR sur plan v1     &lt;- 1ere defense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   |  (failles P0 / P1)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Phase F - Plan v2 corrige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   |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Phase G - Sub-agent DEMOLISSEUR v2 si necessaire &lt;- 2e defense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   |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Phase H - Implementation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   |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Phase I - Sub-agent REGARD FRAIS pre-commit     &lt;- 3e defense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   |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Phase J - Tests comportementaux + regression statique (etiquetes honnetement)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   |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Phase K - Commit avec git diff --numstat AVANT le message (anti-pattern 1)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   |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Phase L - Push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   |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Phase M - AUDIT RETROSPECTIF post-commit         &lt;- 4e defense (produit le -bis)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   |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Phase N - Audit final non programme (question Yvan)  &lt;- 5e defense ad-hoc (Lecon 10)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5440680"/>
            <a:ext cx="11521440" cy="1097280"/>
          </a:xfrm>
          <a:prstGeom prst="rect">
            <a:avLst/>
          </a:prstGeom>
          <a:solidFill>
            <a:srgbClr val="F5F5EC"/>
          </a:solidFill>
          <a:ln w="9525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486400"/>
            <a:ext cx="111556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B85042"/>
                </a:solidFill>
                <a:latin typeface="Calibri"/>
              </a:rPr>
              <a:t>Statistiques : 6 -bis correctifs sur 11 niveaux (55% taux). Ce n'est PAS un echec, c'est la 4e defense qui fait son travail.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15568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1">
                <a:solidFill>
                  <a:srgbClr val="36454F"/>
                </a:solidFill>
                <a:latin typeface="Calibri"/>
              </a:rPr>
              <a:t>Sans -bis, les recidives passeraient en production silencieusement. Le pacte ne dit pas "zero iteration",</a:t>
            </a:r>
          </a:p>
          <a:p>
            <a:pPr algn="l"/>
            <a:r>
              <a:rPr sz="1000" b="0" i="1">
                <a:solidFill>
                  <a:srgbClr val="36454F"/>
                </a:solidFill>
                <a:latin typeface="Calibri"/>
              </a:rPr>
              <a:t>il dit "pas d'accumulation de patches". Lecon 1 de V12_CUISINE.md.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Annexe A3 - Statistiques globales refonte CUISINE + V12 SALLE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Chiffres consolides V12_CUISINE.md sec 9 + V12_SALLE.md sec 10.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V12 - 23/25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34440"/>
          <a:ext cx="56692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743200"/>
              </a:tblGrid>
              <a:tr h="37882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CUISINE N1-N11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Valeur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Niveaux livres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11 + 6 -bis + Option A + batterie integration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Duree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3 jours + 1 session autonomie 2h + 1 validation</a:t>
                      </a:r>
                    </a:p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(11/05 -&gt; 14/05/2026)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Commits refonte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33  (30 + Option A + batterie 38 + extension F)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Tests fichiers crees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15 (test_n2..test_n11 + test_integration_N0_N11)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Tests verts (total)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281 verts</a:t>
                      </a:r>
                    </a:p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  - 233 unitaires</a:t>
                      </a:r>
                    </a:p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  - 48 integration E2E (Familles A-F)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Anti-patterns codifies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Demolisseurs lances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~25 sub-agents pre-impl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Regards frais lances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~18 sub-agents pre-commit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Audits retrospectifs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12  (1/niveau + 1 post-batterie F8)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-bis correctifs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6  (N6.3, N7, N8, N9, N10, N11)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Bugs critiques en prod corriges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1  (fuite cross-tenant purge contacts - N10)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Decisions produit suspendues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0  (toutes resolues a cloture)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7883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Observations honnetes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3  (F6 TOCTOU + F8 tautologique + F10 asymetrie) - toutes RESOLUES V12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234440"/>
          <a:ext cx="56692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743200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V12 SALLE  +  V12 Phase 1/2.1/2.2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Valeur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Phases livrees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A + B.1 + B.2 + B.3 + C + C bis + Audit profond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Duree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15-18/05/2026 (4 jours)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Commits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9  (4c93537 + f6024b0 + eb80ee8 + 5763048 + 871056b</a:t>
                      </a:r>
                    </a:p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 + ab045d8 + dd407c7 + a99eacc + 89b2597)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Invariants livres V12 SALLE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7</a:t>
                      </a:r>
                    </a:p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  I-CLASSIFY-A</a:t>
                      </a:r>
                    </a:p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  I-UNFLATTEN-SUGGESTIONS</a:t>
                      </a:r>
                    </a:p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  I-UNIFIED-LOCK-PER-MID</a:t>
                      </a:r>
                    </a:p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  I-GRAPH-EXPAND-ATTACHMENTS</a:t>
                      </a:r>
                    </a:p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  I-MAIL-PREVIEW-DELEGATES</a:t>
                      </a:r>
                    </a:p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  I-REPLY-ENVELOPE-GUARANTEED-IN-KITCHEN</a:t>
                      </a:r>
                    </a:p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  I-CONTACT-PROFILE-INVALIDATES-REPLY-CACHE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Tests V12 SALLE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45  (21 Phase A/B + 24 Phase C+C bis)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Tests suite globale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180/180 verts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Net LoC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Phase A : -34% routes Classer  /  Phase B.2 : -26 LoC</a:t>
                      </a:r>
                    </a:p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Phase B.3 : -120 LoC  /  Phase C : -170 LoC prod nettoyee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Faux positifs ecartes (audit)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6+ findings sub-agents verifies = faux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Lecon emergee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Lecon 10 "commentaire qui ment"</a:t>
                      </a:r>
                    </a:p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(audit honnete fin de session = 6e defense)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Annexe A4 - Glossaire metaphore restaurant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Si Yvan parle en cuisine, salle, frigo, commis, chef - voici les equivalences techniques.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V12 - 24/25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34440"/>
          <a:ext cx="115214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114800"/>
                <a:gridCol w="5029200"/>
              </a:tblGrid>
              <a:tr h="37882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Metaphore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Realite technique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Localisation code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Sonnette webhook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Microsoft Graph webhook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_handle_graph_webhook_notifications  /  /api/webhooks/graph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Chef Sonnet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Anthropic Claude Sonnet 4.6 - redige les reponses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claude_ai.generate_reply  /  _start_speculative  /  _continuous_speculation_loop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Commis Haiku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Anthropic Claude Haiku 4.5 - resume + classement + echeance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claude_ai.analyze_one_mail_stream  /  _prewarm_unified_for_mail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Sub-commis Haiku (Phase 2.2)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Haiku dedie au matching echeance (distinct du commis unifie)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claude_ai.match_echeance_active  /  match_echeance_for_mail (cascade 3 tiers)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5 frigos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5 caches : Reponse / Resume / Classement Mail / Classement PJ / Echeance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_reply_cache + mail_summaries + mail_classement_cache + mail_pj_classement_cache + mail_echeance_cache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Fiche de commande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Le prompt Sonnet structure (blocs A/B/C/D/D2/G/BRIEF/SECURITE - bloc E supprime N6.2)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claude_ai._build_prompt (orchestrateur ~111 LoC) + 15 helpers module-level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Dispatcher 3 branches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Aiguillage unique entree ECARTE / PARTIEL / VIP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app_plugin._classify_mail_branch:7339 (refonte N11)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Cuisine 3 etoiles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Pre-cuisson BG complete et garantie correcte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_continuous_speculation_loop + _prewarm_unified_for_mail + _start_speculative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Salle (fast-food)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Routes user-facing qui livrent triviales (1-3 LoC)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api_instant_reply / api_classify_email / api_mail_preview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Pass-plat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Stockage cache RAM + DB entre cuisine et salle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_reply_cache + _mail_preview_cache (RAM) + frigos DB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Videur (Filtre 1)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Regle d'ecart 'no-reply / &gt;30j / CC / body court / deja traite'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_is_discarded (5 helpers atomiques)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Lock pass-plat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Verrou anti-doublon par-mid pour eviter cuisson double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_unified_locks dict avec OrderedDict LRU 500 (V12 SALLE B.1)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78834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Audit retrospectif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4e defense methodologique post-commit (produit le -bis)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Grep du code modifie + recherche recidives anti-patterns + lecture honnete diff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Annexe A5 - Pour Michael : checklist + don't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Avant d'ecrire la 1ere ligne de code, lire ces points.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V12 - 25/25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66928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4E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669280" cy="411480"/>
          </a:xfrm>
          <a:prstGeom prst="rect">
            <a:avLst/>
          </a:prstGeom>
          <a:solidFill>
            <a:srgbClr val="4E8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61872"/>
            <a:ext cx="5303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Checklist a faire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303520" cy="4846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[1] Lire les 2 docs sources INTEGRALEMENT :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docs/architecture/V12_CUISINE.md (2261 lignes)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docs/architecture/V12_SALLE.md (428 lignes)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[2] Lire audit/INVARIANTS.md categorie 11+12+17.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Chaque invariant a un code (I-XXX) + test associe.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[3] Avant tout aiguillage de mail : passer par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_classify_mail_branch(mail_data). Aucun bypass.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[4] Avant tout write fiche contact : passer par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_save_contact_profile_with_invalidation(email, data).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[5] Avant tout cache reply :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_ensure_reply_envelope_html doit avoir tourne en cuisine.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[6] Toute nouvelle methode Graph qui peuple email_cache :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inclure $expand=attachments (I-GRAPH-EXPAND-ATTACHMENTS).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[7] Toute fonction nouvelle : &gt;=1 caller prod (tests ne comptent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PAS). Sinon = code mort en germe.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[8] Tout commentaire qui nomme une fonction interne :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grep le module pour verifier qu'elle existe (Lecon 10).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[9] Workflow standard par niveau : Plan v1 -&gt; demolisseur -&gt;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plan v2 -&gt; impl -&gt; regard frais -&gt; commit -&gt; audit -bis.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[10] Metriques git diff --numstat AVANT d'ecrire le message.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34440"/>
            <a:ext cx="566928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C0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5669280" cy="411480"/>
          </a:xfrm>
          <a:prstGeom prst="rect">
            <a:avLst/>
          </a:prstGeom>
          <a:solidFill>
            <a:srgbClr val="C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61872"/>
            <a:ext cx="5303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 NE PAS FAIRE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91640"/>
            <a:ext cx="5303520" cy="4846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[X] Reintroduire _should_speculate (supprime N11,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anti-pattern wrapper retro-compat).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[X] Appeler _is_discarded ou _filter_2_is_vip directement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dans le code prod (test regression detecte le bypass).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[X] Reintroduire le pre-filtre regex N6.3 supprime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(_ECHEANCE_DATE_PATTERNS etc.).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[X] Ajouter une colonne user_id a email_cache : la table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n'a pas user_id par design (_mark_filtered_in_cache +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UserScopedDict gerent deja).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[X] Faire un DELETE multi-table sans WHERE user_id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(bug critique fixe N10 sur contact_profiles).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[X] Purger la table threads (memoire long-terme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apprentissage - I-THREADS-N7-01).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[X] Travailler depuis OneDrive\Desktop\EasyMail\ :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vestige obsolete. Racine = C:\EasyMail\ depuis 12/04.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[X] Croire un commentaire qui nomme une fonction sans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grep-verifier qu'elle existe (Lecon 10).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[X] Etiqueter "invariant comportemental" un test qui est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en fait une regression statique (Lecon 5).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[X] Mentir sur les metriques de commit (anti-pattern 1).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Toujours git diff --numstat AVANT.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